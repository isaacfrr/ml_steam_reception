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de ML: predecir si un juego de Steam será bien recibido antes de lanzarlo.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de negocio: anticipar la acogida usando solo las palancas que el estudio controla antes del lanzamiento.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122.611 juegos, 39 columnas. Encontré un bug de cabecera que desalineaba las columnas; lo reparo en la 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Defino el target: ≥50 reseñas para fiabilidad, y ≥70% positivas = bien recibido. Sale 75/25, por eso uso ROC-AUC y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 y defendible: el target sale de las reseñas, así que excluyo toda variable derivada de ellas. Sin esto el modelo sería una trampa.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EDA confirma señal: pago mejor que F2P, y diferencias claras por género.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estratificado, imputación, log1p+escalado y One-Hot. Todo en un Pipeline para no filtrar información en la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Comparo 4 modelos por CV. El Dummy marca el suelo en 0.50 y gana HistGradientBoosting con 0.76.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test: ROC-AUC 0.775 y F1 0.869. El test se reserva hasta el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Uso importancia por permutación porque el boosting no expone coeficientes. Pesan playtime, precio, idiomas, F2P y género.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corte en 0.5 es una convención. Subiendo el umbral gano precisión a costa de recall: el negocio elige el punto de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funciona sin fuga, con limitaciones claras y próximos pasos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enlace al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¿Gustará este juego?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la recepción de videojuegos en Steam con Machine Learning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28016" cy="128016"/>
          </a:xfrm>
          <a:prstGeom prst="ellipse">
            <a:avLst/>
          </a:prstGeom>
          <a:solidFill>
            <a:srgbClr val="66C0F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657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Frías  ·  Project Break II — The Bridge, Data Science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122.611 juegos analizados  ·  clasificación binaria  ·  ROC-AUC 0.775 en test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Lanzar un juego es una apuesta cara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estudio invierte años y millones antes de saber si el público lo aceptará.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reseñas de Steam son el termómetro de esa acogida… pero llegan tarde.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Pregunta: ¿podemos anticiparla con lo que sí se decide antes del lanzamiento?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691640"/>
            <a:ext cx="4206240" cy="3017520"/>
          </a:xfrm>
          <a:prstGeom prst="roundRect">
            <a:avLst>
              <a:gd name="adj" fmla="val 3030"/>
            </a:avLst>
          </a:prstGeom>
          <a:solidFill>
            <a:srgbClr val="F4F7FC"/>
          </a:solidFill>
          <a:ln w="12700">
            <a:solidFill>
              <a:srgbClr val="E2E9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que sí controla el estudio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0" y="23317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y modelo (F2P / pago)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y categorías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soportadas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 y localización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estimar la probabilidad de buena acogida para ajustar esas palancas antes de lanzar.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 Games Dataset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122.611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en el catálogo bruto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93192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por juego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1691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30.620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315200" y="2468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juegos usables para modelar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12700">
            <a:solidFill>
              <a:srgbClr val="E2E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bug real del dataset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cabecera del CSV junta 'Discount' y 'DLC count' en un solo nombre, lo que desplaza todas las columnas siguientes. Lo detecté comparando datos con la web de Steam y lo reparo al cargar, forzando los nombres correctos en data_loader.py.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FronkonGames — Steam Web API + SteamSpy (licencia MIT)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TARGET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Construyendo la variable objetivo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no trae una columna «bien recibido». La defino yo: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240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juegos con ≥ 50 reseñas — con 3 reseñas el porcentaje no significa nada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recepcion_positiva = 1 si ≥ 70 % de reseñas positivas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794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30.620 juegos, clases desbalanceadas 75 / 25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 eso la métrica es ROC-AUC y F1, nunca accuracy: prediciendo siempre «positiva» acertaría un 75 % sin aprender nada.</a:t>
            </a:r>
            <a:endParaRPr lang="en-US" sz="1300" dirty="0"/>
          </a:p>
        </p:txBody>
      </p:sp>
      <p:pic>
        <p:nvPicPr>
          <p:cNvPr id="15" name="Image 0" descr="/sessions/wizardly-intelligent-einstein/mnt/GitHub/ML_steam_reception/src/img/01_target_bal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783080"/>
            <a:ext cx="5029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MÁS 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Evitar la fuga de información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target se calcula con las reseñas. Si dejo entrar variables derivadas de esas mismas reseñas, el modelo «hace trampa»: acierta casi todo y no sirve para nada en el mundo real.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2A356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566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Excluidas del modelo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· Negative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total_reviews · pct_positivas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874520"/>
            <a:ext cx="4937760" cy="3886200"/>
          </a:xfrm>
          <a:prstGeom prst="roundRect">
            <a:avLst>
              <a:gd name="adj" fmla="val 2353"/>
            </a:avLst>
          </a:prstGeom>
          <a:solidFill>
            <a:srgbClr val="2A356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2103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sí usa el modelo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514600"/>
            <a:ext cx="4389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y es_f2p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principal y nº de géneros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idiomas y categorías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(Win/Mac/Linux)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Logros, DLCs, edad mínima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juego medio, Peak CCU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del lanzamiento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dicen los datos</a:t>
            </a:r>
            <a:endParaRPr lang="en-US" sz="3400" dirty="0"/>
          </a:p>
        </p:txBody>
      </p:sp>
      <p:pic>
        <p:nvPicPr>
          <p:cNvPr id="4" name="Image 0" descr="/sessions/wizardly-intelligent-einstein/mnt/GitHub/ML_steam_reception/src/img/02_f2p_vs_targ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120640" cy="3200400"/>
          </a:xfrm>
          <a:prstGeom prst="rect">
            <a:avLst/>
          </a:prstGeom>
        </p:spPr>
      </p:pic>
      <p:pic>
        <p:nvPicPr>
          <p:cNvPr id="5" name="Image 1" descr="/sessions/wizardly-intelligent-einstein/mnt/GitHub/ML_steam_reception/src/img/03_genero_vs_targe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1645920"/>
            <a:ext cx="557784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juegos de pago se reciben mejor que los F2P (76 % vs 69 %) y el género separa con claridad: Adventure ~81 %, Action ~73 %. Hay señal real que el modelo puede aprovechar.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crudos a matriz de entrenamiento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estratificado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029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manteniendo la proporción 75/25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679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990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 numéricas, constante en categóricas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+ escalado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95020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precio, playtime y Peak CCU tienen colas largas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599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910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principal, agrupando categorías raras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1737360"/>
            <a:ext cx="4663440" cy="3017520"/>
          </a:xfrm>
          <a:prstGeom prst="roundRect">
            <a:avLst>
              <a:gd name="adj" fmla="val 3030"/>
            </a:avLst>
          </a:prstGeom>
          <a:solidFill>
            <a:srgbClr val="F4F7FC"/>
          </a:solidFill>
          <a:ln w="12700">
            <a:solidFill>
              <a:srgbClr val="E2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057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→ 33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22376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tras el encoding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dentro de un Pipeline de scikit-learn: el preprocesado se reajusta en cada fold, así que no se filtra información del test durante la validación.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de modelos</a:t>
            </a:r>
            <a:endParaRPr lang="en-US" sz="3400" dirty="0"/>
          </a:p>
        </p:txBody>
      </p:sp>
      <p:pic>
        <p:nvPicPr>
          <p:cNvPr id="4" name="Image 0" descr="/sessions/wizardly-intelligent-einstein/mnt/GitHub/ML_steam_reception/src/img/06_comparativa_model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658368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7373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4F7FC"/>
          </a:solidFill>
          <a:ln w="12700">
            <a:solidFill>
              <a:srgbClr val="E2E9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5-fold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0" y="23774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(baseline) — 0.50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— 0.70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0.75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— 0.76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4114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baseline marca el suelo (0.50). Todo modelo real lo bate; gana el boosting.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final sobre datos no vistos</a:t>
            </a:r>
            <a:endParaRPr lang="en-US" sz="3400" dirty="0"/>
          </a:p>
        </p:txBody>
      </p:sp>
      <p:pic>
        <p:nvPicPr>
          <p:cNvPr id="4" name="Image 0" descr="/sessions/wizardly-intelligent-einstein/mnt/GitHub/ML_steam_reception/src/img/07_evaluacion_t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73152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0" y="1737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0.775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22960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en test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3017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0.869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en test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4206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 con GridSearchCV (learning_rate 0.1, max_iter 300) sobre la misma CV estratificada.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5029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no se toca hasta este punto: es la única medida honesta de cómo generaliza el modelo.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mueve la predicción</a:t>
            </a:r>
            <a:endParaRPr lang="en-US" sz="3400" dirty="0"/>
          </a:p>
        </p:txBody>
      </p:sp>
      <p:pic>
        <p:nvPicPr>
          <p:cNvPr id="4" name="Image 0" descr="/sessions/wizardly-intelligent-einstein/mnt/GitHub/ML_steam_reception/src/img/08_importanci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603504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4944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por permutación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49440" y="21945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cuánto empeora el ROC-AUC al barajar cada variable. Es agnóstica al modelo, así que funciona con boosting, y se lee sobre las variables originales.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49440" y="347472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juego medio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idiomas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 (F2P)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principal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no decide: cuantifica el intercambio</a:t>
            </a:r>
            <a:endParaRPr lang="en-US" sz="3400" dirty="0"/>
          </a:p>
        </p:txBody>
      </p:sp>
      <p:pic>
        <p:nvPicPr>
          <p:cNvPr id="4" name="Image 0" descr="/sessions/wizardly-intelligent-einstein/mnt/GitHub/ML_steam_reception/src/img/09_umbral_negoc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640080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23760" y="17373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devuelve una probabilidad. Dónde cortar lo decide el negocio, según qué error duele más: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223760" y="2651760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E2E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Inversor selectivo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52360" y="3063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umbral: menos juegos elegidos, pero más aciertos entre ellos.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223760" y="3840480"/>
            <a:ext cx="438912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E2E9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5236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Cribado inicial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52360" y="4251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el umbral: no se escapa ningún candidato prometedor.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5166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puente entre la métrica y la decisión real de un estudio.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he aprendido y dónde está el límite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2A356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funciona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anticipar la acogida sin usar reseñas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0.775 frente a 0.50 del baseline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reproducible y sin fuga de datos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2A356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48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(honestas)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lo pone la señal disponible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real, marketing y timing no están en los datos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 de búsqueda reducida por tiempo de cómputo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Siguientes pasos:  features desde los Tags  ·  calibración de probabilidades  ·  ajuste del umbral según el coste de negocio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6C0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«Un modelo honesto que acierta el 77 % es más útil que uno perfecto que hace trampa.»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notebooks y modelo: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6C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github.com/IsaacFrr/ML_steam_reception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Frías  ·  The Bridge — Data Science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2026-07-19T10:06:21Z</dcterms:created>
  <dcterms:modified xsi:type="dcterms:W3CDTF">2026-07-19T10:06:21Z</dcterms:modified>
</cp:coreProperties>
</file>